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Climate Transition Review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Carbon border adjustments and industrial decarbonization</a:t>
            </a:r>
          </a:p>
          <a:p>
            <a:r>
              <a:t>Grid reliability planning under high renewable penetration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Codex</Application>
</Properties>
</file>

<file path=docProps/core.xml><?xml version="1.0" encoding="utf-8"?>
<cp:coreProperties xmlns:cp="http://schemas.openxmlformats.org/package/2006/metadata/core-properties" xmlns:dc="http://purl.org/dc/elements/1.1/">
  <dc:title>Seminar Slides</dc:title>
</cp:coreProperties>
</file>