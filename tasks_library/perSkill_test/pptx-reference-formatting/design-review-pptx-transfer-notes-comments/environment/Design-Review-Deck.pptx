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6.xml" ContentType="application/vnd.openxmlformats-officedocument.presentationml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p="http://schemas.openxmlformats.org/presentationml/2006/main">
  <p:cmAuthor id="0" name="Draft Bot" initials="DB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notesMaster" Target="notesMasters/notesMaster1.xml" /><ns0:Relationship Id="rId13" Type="http://schemas.openxmlformats.org/officeDocument/2006/relationships/commentAuthors" Target="commentAuthors.xml" /></ns0:Relationships>
</file>

<file path=ppt/comments/comment2.xml><?xml version="1.0" encoding="utf-8"?>
<p:cmLst xmlns:a="http://schemas.openxmlformats.org/drawingml/2006/main" xmlns:p="http://schemas.openxmlformats.org/presentationml/2006/main">
  <p:cm authorId="0" dt="2026-03-20T09:00:00Z" idx="1">
    <p:pos x="10732385" y="4134090"/>
    <p:text>Stale reviewer comment. Replace before stakeholder review.</p:text>
  </p:cm>
</p:cmLst>
</file>

<file path=ppt/comments/comment3.xml><?xml version="1.0" encoding="utf-8"?>
<p:cmLst xmlns:a="http://schemas.openxmlformats.org/drawingml/2006/main" xmlns:p="http://schemas.openxmlformats.org/presentationml/2006/main">
  <p:cm authorId="0" dt="2026-03-20T09:00:00Z" idx="1">
    <p:pos x="8390993" y="4889063"/>
    <p:text>Stale reviewer comment. Replace before stakeholder review.</p:text>
  </p:cm>
</p:cmLst>
</file>

<file path=ppt/comments/comment4.xml><?xml version="1.0" encoding="utf-8"?>
<p:cmLst xmlns:a="http://schemas.openxmlformats.org/drawingml/2006/main" xmlns:p="http://schemas.openxmlformats.org/presentationml/2006/main">
  <p:cm authorId="0" dt="2026-03-20T09:00:00Z" idx="1">
    <p:pos x="6649649" y="3041009"/>
    <p:text>Stale reviewer comment. Replace before stakeholder review.</p:text>
  </p:cm>
</p:cmLst>
</file>

<file path=ppt/comments/comment5.xml><?xml version="1.0" encoding="utf-8"?>
<p:cmLst xmlns:a="http://schemas.openxmlformats.org/drawingml/2006/main" xmlns:p="http://schemas.openxmlformats.org/presentationml/2006/main">
  <p:cm authorId="0" dt="2026-03-20T09:00:00Z" idx="1">
    <p:pos x="10847114" y="4293915"/>
    <p:text>Stale reviewer comment. Replace before stakeholder review.</p:text>
  </p:cm>
</p:cmLst>
</file>

<file path=ppt/comments/comment6.xml><?xml version="1.0" encoding="utf-8"?>
<p:cmLst xmlns:a="http://schemas.openxmlformats.org/drawingml/2006/main" xmlns:p="http://schemas.openxmlformats.org/presentationml/2006/main">
  <p:cm authorId="0" dt="2026-03-20T09:00:00Z" idx="1">
    <p:pos x="9613737" y="3881294"/>
    <p:text>Stale reviewer comment. Replace before stakeholder review.</p:text>
  </p:cm>
</p:cmLst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with final presenter notes.</a:t>
            </a:r>
            <a:endParaRPr lang="en-US" dirty="0"/>
          </a:p>
          <a:p>
            <a:r>
              <a:rPr lang="en-US" dirty="0"/>
              <a:t>Stale review note: remove before Friday.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with final presenter notes.</a:t>
            </a:r>
            <a:endParaRPr lang="en-US" dirty="0"/>
          </a:p>
          <a:p>
            <a:r>
              <a:rPr lang="en-US" dirty="0"/>
              <a:t>Stale review note: remove before Friday.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with final presenter notes.</a:t>
            </a:r>
            <a:endParaRPr lang="en-US" dirty="0"/>
          </a:p>
          <a:p>
            <a:r>
              <a:rPr lang="en-US" dirty="0"/>
              <a:t>Stale review note: remove before Friday.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with final presenter notes.</a:t>
            </a:r>
            <a:endParaRPr lang="en-US" dirty="0"/>
          </a:p>
          <a:p>
            <a:r>
              <a:rPr lang="en-US" dirty="0"/>
              <a:t>Stale review note: remove before Friday.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with final presenter notes.</a:t>
            </a:r>
            <a:endParaRPr lang="en-US" dirty="0"/>
          </a:p>
          <a:p>
            <a:r>
              <a:rPr lang="en-US" dirty="0"/>
              <a:t>Stale review note: remove before Friday.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2.xml" /><ns0:Relationship Id="rId3" Type="http://schemas.openxmlformats.org/officeDocument/2006/relationships/comments" Target="../comments/commen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3.xml" /><ns0:Relationship Id="rId3" Type="http://schemas.openxmlformats.org/officeDocument/2006/relationships/comments" Target="../comments/comment3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3" Type="http://schemas.openxmlformats.org/officeDocument/2006/relationships/notesSlide" Target="../notesSlides/notesSlide4.xml" /><ns0:Relationship Id="rId4" Type="http://schemas.openxmlformats.org/officeDocument/2006/relationships/comments" Target="../comments/comment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5.xml" /><ns0:Relationship Id="rId3" Type="http://schemas.openxmlformats.org/officeDocument/2006/relationships/comments" Target="../comments/comment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6.xml" /><ns0:Relationship Id="rId3" Type="http://schemas.openxmlformats.org/officeDocument/2006/relationships/comments" Target="../comments/comment6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Checkout Refresh Design Review</a:t>
            </a:r>
            <a:endParaRPr lang="en-US" dirty="0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Landing Hero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Explores a simplified guest checkout entry point with delivery promise, trust badges, and experiment copy variants for first-time mobile shoppers.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Hero banner mock</a:t>
            </a:r>
            <a:endParaRPr lang="en-US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Compares monthly and annual subscription treatments, emphasizing savings comprehension and contract disclosure placement before opt-in.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Annual savings badge</a:t>
            </a:r>
            <a:endParaRPr lang="en-US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Step</a:t>
            </a:r>
            <a:endParaRPr lang="en-US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Sticky summary rail</a:t>
            </a:r>
            <a:endParaRPr lang="en-US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Reviews card entry, wallet shortcuts, and inline risk checks with a focus on minimizing drop-off without hiding compliance messaging.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CTA</a:t>
            </a:r>
            <a:endParaRPr lang="en-US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the post-purchase receipt state, delivery expectations, and next-step nudges for account creation after guest checkout.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Receipt breakdown</a:t>
            </a:r>
            <a:endParaRPr lang="en-US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