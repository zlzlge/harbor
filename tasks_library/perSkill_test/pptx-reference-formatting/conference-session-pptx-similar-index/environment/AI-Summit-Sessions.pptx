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Summit Session Recap</a:t>
            </a:r>
            <a:endParaRPr lang="en-CN" dirty="0"/>
          </a:p>
        </p:txBody>
      </p:sp>
    </p:spTree>
    <p:extLst>
      <p:ext uri="{BB962C8B-B14F-4D97-AF65-F5344CB8AC3E}">
        <ns3:creationId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Track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walkthrough of an operations team using agent workflows to automate CFD setup, recover from run errors, and shorten handoff time from request to simulation.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ns2:creationId id="{7A4AA4C9-7B18-4C0B-88EA-FCE93318F9D1}"/>
              </a:ext>
            </a:extLst>
          </p:cNvPr>
          <p:cNvSpPr txBox="1"/>
          <p:nvPr/>
        </p:nvSpPr>
        <p:spPr>
          <a:xfrm>
            <a:off x="2648606" y="4254090"/>
            <a:ext cx="79037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b="1" i="0" dirty="0">
                <a:solidFill>
                  <a:srgbClr val="000000"/>
                </a:solidFill>
                <a:effectLst/>
                <a:latin typeface="Lucida Grande"/>
              </a:rPr>
              <a:t>Session 310: Agentic CFD Pipelines</a:t>
            </a:r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Reasoning Track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 summit session on combining explicit reasoning traces with tool actions so assistants can plan, query external systems, and recover when intermediate evidence changes.</a:t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9ADE48DA-BA5C-5EDB-7D06-0C4908B1587A}"/>
              </a:ext>
            </a:extLst>
          </p:cNvPr>
          <p:cNvSpPr txBox="1"/>
          <p:nvPr/>
        </p:nvSpPr>
        <p:spPr>
          <a:xfrm>
            <a:off x="2113221" y="5009063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Session 105: Reasoning + Acting Systems</a:t>
            </a:r>
            <a:r>
              <a:rPr lang="en-US" dirty="0"/>
              <a:t/>
            </a:r>
            <a:endParaRPr lang="en-CN" dirty="0"/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Lightning Replay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ns2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ns2:creationId id="{FC2B7173-6942-0184-E289-DC61773408C5}"/>
              </a:ext>
            </a:extLst>
          </p:cNvPr>
          <p:cNvSpPr txBox="1"/>
          <p:nvPr/>
        </p:nvSpPr>
        <p:spPr>
          <a:xfrm>
            <a:off x="371877" y="316100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Session 105: Reasoning + Acting Systems</a:t>
            </a:r>
            <a:r>
              <a:rPr lang="en-US" altLang="zh-CN" dirty="0"/>
              <a:t/>
            </a:r>
            <a:endParaRPr lang="en-CN" altLang="zh-CN" dirty="0"/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Track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reliability session focused on recurring failure modes in multi-agent applications, with concrete review workflows and evaluation criteria for postmortems.</a:t>
            </a:r>
            <a:r>
              <a:rPr lang="en-US" dirty="0" err="1"/>
              <a:t/>
            </a:r>
            <a:r>
              <a:rPr lang="en-US" dirty="0"/>
              <a:t/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73AA79F2-A0EA-6DCE-2F51-977A39FD349C}"/>
              </a:ext>
            </a:extLst>
          </p:cNvPr>
          <p:cNvSpPr txBox="1"/>
          <p:nvPr/>
        </p:nvSpPr>
        <p:spPr>
          <a:xfrm>
            <a:off x="4569342" y="441391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Session 220: Failure Taxonomy for Multi-Agent Apps</a:t>
            </a:r>
            <a:endParaRPr lang="en-CN" dirty="0"/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Evaluation Track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ns2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evaluation session covering benchmark design for collaborative agents, including competition-style tasks, protocol comparisons, and trace-based scoring.</a:t>
            </a:r>
            <a:r>
              <a:rPr lang="en-US" dirty="0" err="1"/>
              <a:t/>
            </a:r>
            <a:r>
              <a:rPr lang="en-US" dirty="0"/>
              <a:t/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ns2:creationId id="{A8B19118-5E79-85DE-B9DB-ED733E68C632}"/>
              </a:ext>
            </a:extLst>
          </p:cNvPr>
          <p:cNvSpPr txBox="1"/>
          <p:nvPr/>
        </p:nvSpPr>
        <p:spPr>
          <a:xfrm>
            <a:off x="3335965" y="400129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Session 405: Benchmarking Collaborative Agents</a:t>
            </a:r>
            <a:r>
              <a:rPr lang="en-US" dirty="0"/>
              <a:t/>
            </a:r>
            <a:endParaRPr lang="en-CN" dirty="0"/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