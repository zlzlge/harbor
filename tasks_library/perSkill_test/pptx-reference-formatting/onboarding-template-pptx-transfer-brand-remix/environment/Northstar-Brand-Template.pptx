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  <p:sldId id="264" r:id="rId1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presProps" Target="presProps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2" Type="http://schemas.openxmlformats.org/officeDocument/2006/relationships/slide" Target="slides/slid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tableStyles" Target="tableStyles.xml" /><ns0:Relationship Id="rId5" Type="http://schemas.openxmlformats.org/officeDocument/2006/relationships/slide" Target="slides/slide4.xml" /><ns0:Relationship Id="rId10" Type="http://schemas.openxmlformats.org/officeDocument/2006/relationships/theme" Target="theme/theme1.xml" /><ns0:Relationship Id="rId4" Type="http://schemas.openxmlformats.org/officeDocument/2006/relationships/slide" Target="slides/slide3.xml" /><ns0:Relationship Id="rId9" Type="http://schemas.openxmlformats.org/officeDocument/2006/relationships/viewProps" Target="viewProps.xml" /><ns0:Relationship Id="rId12" Type="http://schemas.openxmlformats.org/officeDocument/2006/relationships/slide" Target="slides/slide7.xml" /><ns0:Relationship Id="rId13" Type="http://schemas.openxmlformats.org/officeDocument/2006/relationships/slide" Target="slides/slide8.xml" /></ns0: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Northstar Labs</a:t>
            </a:r>
            <a:endParaRPr lang="en-CN" dirty="0"/>
          </a:p>
        </p:txBody>
      </p:sp>
    </p:spTree>
    <p:extLst>
      <p:ext uri="{BB962C8B-B14F-4D97-AF65-F5344CB8AC3E}">
        <ns3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onboarding section title]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[Use this layout for a short overview paragraph or a compact bullet list with three to five items.]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[Add one concise support line here]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[Insert workflow or culture topic]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[Use this layout for a deeper narrative block that explains how the team works day to day.]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[Add a bottom banner message here]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[Insert divider headline]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[Optional short divider caption]</a:t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checklist or support topic]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[Use this layout for practical guidance, a role list, or step-by-step expectations for new hires.]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[Add a short why-this-matters line here]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[Insert resources or contacts topic]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[Use this layout for tools, channels, escalation paths, or first-month reminders.]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[Add a next-step banner here]</a:t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checklist or support topic]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[Use this layout for practical guidance, a role list, or step-by-step expectations for new hires.]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[Add a short why-this-matters line here]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[Insert workflow or culture topic]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[Use this layout for a deeper narrative block that explains how the team works day to day.]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[Add a bottom banner message here]</a:t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