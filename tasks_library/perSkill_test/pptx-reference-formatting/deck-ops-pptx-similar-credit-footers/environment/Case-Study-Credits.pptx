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Field Notes: Light, Water, Distance</a:t>
            </a:r>
            <a:endParaRPr lang="en-US"/>
          </a:p>
        </p:txBody>
      </p:sp>
    </p:spTree>
    <p:extLst>
      <p:ext uri="{BB962C8B-B14F-4D97-AF65-F5344CB8AC3E}">
        <ns3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Salt Flats at Noon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still frame from a study of glare, heat haze, and reflective ground in the Atacama basin.</a:t>
            </a:r>
            <a:endParaRPr lang="en-US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620000" y="1080000"/>
            <a:ext cx="268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Photo by Maya Chen</a:t>
            </a:r>
            <a:endParaRPr lang="en-US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Breakwater After Rain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breakwater series follows the harbor just after a storm, when the sky stays bright longer than the streetlights.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7920000" y="1760000"/>
            <a:ext cx="28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Photo by Amir Haddad</a:t>
            </a:r>
            <a:endParaRPr lang="en-US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Night Watchtower</a:t>
            </a:r>
            <a:endParaRPr lang="en-US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4550000" y="312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Photo by Maya Chen</a:t>
            </a:r>
            <a:endParaRPr lang="en-US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Morning Orchard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dawn walk through the orchard, recorded before the workers arrive and before the irrigation lines start moving.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8620000" y="86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Image credit: Sofia Lind</a:t>
            </a:r>
            <a:endParaRPr lang="en-US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Last Ferry Home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closing image tracks commuters leaving the final ferry while the dock lights start to overpower the remaining daylight.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910000" y="4750000"/>
            <a:ext cx="28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Photo by Noor Amini</a:t>
            </a:r>
            <a:endParaRPr lang="en-US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