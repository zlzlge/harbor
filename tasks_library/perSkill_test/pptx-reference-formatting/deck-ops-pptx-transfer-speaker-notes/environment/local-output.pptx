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presProps" Target="presProp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tableStyles" Target="tableStyles.xml" /><ns0:Relationship Id="rId5" Type="http://schemas.openxmlformats.org/officeDocument/2006/relationships/slide" Target="slides/slide4.xml" /><ns0:Relationship Id="rId10" Type="http://schemas.openxmlformats.org/officeDocument/2006/relationships/theme" Target="theme/theme1.xml" /><ns0:Relationship Id="rId4" Type="http://schemas.openxmlformats.org/officeDocument/2006/relationships/slide" Target="slides/slide3.xml" /><ns0:Relationship Id="rId9" Type="http://schemas.openxmlformats.org/officeDocument/2006/relationships/viewProps" Target="viewProps.xml" /><ns0:Relationship Id="rId12" Type="http://schemas.openxmlformats.org/officeDocument/2006/relationships/notesMaster" Target="notesMasters/notesMaster1.xml" /></ns0: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Notes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/>
  <p:notesStyle/>
</p:notesMaster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  <Relationship Id="rId2" Type="http://schemas.openxmlformats.org/officeDocument/2006/relationships/notesMaster" Target="../notesMasters/notesMaster1.xml"/>
</Relationships>
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  <Relationship Id="rId2" Type="http://schemas.openxmlformats.org/officeDocument/2006/relationships/notesMaster" Target="../notesMasters/notesMaster1.xml"/>
</Relationships>
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replace this rehearsal title.</a:t>
            </a:r>
            <a:endParaRPr lang="en-US" dirty="0"/>
          </a:p>
          <a:p>
            <a:r>
              <a:rPr lang="en-US" dirty="0"/>
              <a:t>Outdated bullet: remove before the webinar.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OLD TITLE - replace for final run.</a:t>
            </a:r>
            <a:endParaRPr lang="en-US" dirty="0"/>
          </a:p>
          <a:p>
            <a:r>
              <a:rPr lang="en-US" dirty="0"/>
              <a:t>Stale reminder: tighten this closing message.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notesSlide" Target="../notesSlides/notesSlide3.xml" /></ns0: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notesSlide" Target="../notesSlides/notesSlide6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648606" y="4254090"/>
            <a:ext cx="7903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000000"/>
                </a:solidFill>
                <a:effectLst/>
                <a:latin typeface="Lucida Grande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113221" y="500906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ReAct</a:t>
            </a:r>
            <a:r>
              <a:rPr lang="en-US" dirty="0"/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71877" y="31610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ReAct</a:t>
            </a:r>
            <a:r>
              <a:rPr lang="en-US" altLang="zh-CN" dirty="0"/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69342" y="441391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3335965" y="400129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MultiAgentBench</a:t>
            </a:r>
            <a:r>
              <a:rPr lang="en-US" dirty="0"/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